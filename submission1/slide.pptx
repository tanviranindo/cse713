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31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9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hyperlink" Target="https://doi.org/10.1145/3629527.365184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5300" y="1607790"/>
            <a:ext cx="11201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Grammar-Based Anomaly Detection of Microservice Systems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306490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CSE713 - Advance Pattern Recognition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244280"/>
            <a:ext cx="10668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Tanvir Rahman (22241134)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747170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BRAC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University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1238490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Paper Review of</a:t>
            </a:r>
            <a:endParaRPr/>
          </a:p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76450"/>
            <a:ext cx="5048250" cy="3533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76450"/>
            <a:ext cx="5048250" cy="353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PAPER OVERVIEW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2667000"/>
            <a:ext cx="47005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Core Identification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3228975"/>
            <a:ext cx="4476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Title: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Grammar-Based Anomaly Detection of Microservice Systems Execution Traces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47750" y="4025205"/>
            <a:ext cx="4476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Authors: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Andrea D'Angelo &amp; Giordano d'Aloisio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47750" y="4821435"/>
            <a:ext cx="4476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Conference: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ICPE '24 Companion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2667000"/>
            <a:ext cx="47005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Publication Context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67500" y="3228975"/>
            <a:ext cx="4476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Published in May 2024, focusing on distributed trace analysis for modern software infrastructures.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67500" y="4318545"/>
            <a:ext cx="4476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667500" y="4518570"/>
            <a:ext cx="4476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Research aimed at bridges the gap between ML accuracy and human interpretability.</a:t>
            </a:r>
            <a:endParaRPr/>
          </a:p>
        </p:txBody>
      </p:sp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09775"/>
            <a:ext cx="3365450" cy="3666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09775"/>
            <a:ext cx="3365450" cy="3666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09775"/>
            <a:ext cx="3365450" cy="36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1. SUMMARY - MOTIVATION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047750" y="3152775"/>
            <a:ext cx="29336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The Problem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47750" y="3714750"/>
            <a:ext cx="27939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Trace volumes in microservices are exploding. Manual investigation is no longer feasible or scalable.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98950" y="3152775"/>
            <a:ext cx="29336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Black-Box ML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98950" y="3714750"/>
            <a:ext cx="2793950" cy="14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Current high-accuracy ML models are computationally expensive and lack interpretability for operators.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50150" y="3152775"/>
            <a:ext cx="29336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The Objective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50150" y="3714750"/>
            <a:ext cx="27939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Deliver efficient, explainable anomaly detection that reduces training overhead while maintaining accuracy.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239077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8950" y="239077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390775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58479"/>
            <a:ext cx="5048250" cy="296971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1. SUMMARY - CONTRIBUTION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2625179"/>
            <a:ext cx="53006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SAX + Sequitur Approach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68004"/>
            <a:ext cx="5029200" cy="295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143000" y="3130004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Converts numerical latency into discrete symbolic patterns.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43000" y="3859559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15s faster training than Logistic Regression with ~5% accuracy loss.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43000" y="4589115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Provides human-readable Context-Free Grammar rules.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681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8976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62721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29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1. SUMMARY - METHODOLOGY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62000" y="2976794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81990" y="3262544"/>
            <a:ext cx="33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Stage 1: SAX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3824519"/>
            <a:ext cx="32004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Latency discretization using Symbolic Aggregate Approximation into 5 specific bins.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415790" y="3262544"/>
            <a:ext cx="33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Stage 2: Induction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495800" y="3824519"/>
            <a:ext cx="3200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Sequitur algorithm constructs Context-Free Grammar from the symbolic traces.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149590" y="3262544"/>
            <a:ext cx="33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Stage 3: Testing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229600" y="3824519"/>
            <a:ext cx="32004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Traces are checked for membership in the Grammar. Non-members are flagged as anomalies.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2146150" y="290059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808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000750" y="290059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808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9734550" y="290059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808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38362"/>
            <a:ext cx="5048250" cy="3409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38362"/>
            <a:ext cx="5048250" cy="340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1. SUMMARY - RESULTS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047750" y="2728912"/>
            <a:ext cx="47005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Empirical Evaluation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47750" y="3290887"/>
            <a:ext cx="4476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Evaluated on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E-Shopper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Train-Ticket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datasets.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67500" y="2728912"/>
            <a:ext cx="47005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Diagnostic Output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667500" y="3290887"/>
            <a:ext cx="4476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system generates parse trees that help pinpoint where pattern deviations occur in the execution flow.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428750" y="4087117"/>
            <a:ext cx="4095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Significant reduction in training latency.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428750" y="4523333"/>
            <a:ext cx="4095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Competitive F1, Precision, and Recall scores.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41252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4561433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62000" y="571500"/>
            <a:ext cx="48006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2. CRITIQUE: FEATURE MYOPIA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762000" y="2540347"/>
            <a:ext cx="48006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Latency-Only Limitation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3245197"/>
            <a:ext cx="4572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paper relies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exclusively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on temporal (latency) data. It fails to account for service topology or call graph dependencies.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4525267"/>
            <a:ext cx="45720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Impact: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Bottlenecks caused by circular dependencies or cascading failures are missed if they don't produce unique latency signatures.</a:t>
            </a:r>
            <a:endParaRPr/>
          </a:p>
        </p:txBody>
      </p:sp>
      <p:sp>
        <p:nvSpPr>
          <p:cNvPr id="192" name="Google Shape;192;p19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0021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2. CRITIQUE: THE DIAGNOSTIC GAP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1814512"/>
            <a:ext cx="405765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381750" y="2606129"/>
            <a:ext cx="53006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Ambiguous Root Causes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381750" y="3168104"/>
            <a:ext cx="50482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Parse trees identify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pattern violations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but they do not identify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which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specific service failed or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381750" y="4257675"/>
            <a:ext cx="50482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Sequitur grammars are often large and non-optimal, creating a "data fog" rather than clear diagnostic instructions for SREs.</a:t>
            </a:r>
            <a:endParaRPr/>
          </a:p>
        </p:txBody>
      </p:sp>
      <p:sp>
        <p:nvSpPr>
          <p:cNvPr id="205" name="Google Shape;205;p20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58479"/>
            <a:ext cx="5048250" cy="296971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3. SYNTHESIS: THE XHYBRID PROJECT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2625179"/>
            <a:ext cx="53006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A Multi-Modal Future</a:t>
            </a:r>
            <a:endParaRPr/>
          </a:p>
        </p:txBody>
      </p:sp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68004"/>
            <a:ext cx="5029200" cy="295066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1143000" y="3130004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GNN: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Incorporates service topology and dependencies.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143000" y="3859559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LSTM: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Enhances temporal sequence recognition.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143000" y="4589115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SHAP: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Quantifies feature contributions for true RCA.</a:t>
            </a:r>
            <a:endParaRPr/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68104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97659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62721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03115"/>
            <a:ext cx="3365450" cy="3080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03115"/>
            <a:ext cx="3365450" cy="3080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03115"/>
            <a:ext cx="3365450" cy="30802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SYNTHESIS: IMPLEMENTATION STACK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762000" y="571500"/>
            <a:ext cx="76200" cy="4476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1047750" y="3446115"/>
            <a:ext cx="29336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Frameworks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1047750" y="4008090"/>
            <a:ext cx="27939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PyTorch, PyTorch Geometric, and NetworkX for graph modeling.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698950" y="3446115"/>
            <a:ext cx="29336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Processing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698950" y="4008090"/>
            <a:ext cx="27939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saxpy and sksequitur for grammar-based feature extraction.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350150" y="3446115"/>
            <a:ext cx="29336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Explainability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350150" y="4008090"/>
            <a:ext cx="27939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SHAP integration to highlight critical services for operators.</a:t>
            </a:r>
            <a:endParaRPr/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2684115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8950" y="2684115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684115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3835717" y="1915566"/>
            <a:ext cx="452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3943350" y="3449091"/>
            <a:ext cx="43053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Tanvir Rahman (22241134)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3943350" y="3951982"/>
            <a:ext cx="43053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Brac University | CSE713 Pattern Recognition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3943350" y="4531072"/>
            <a:ext cx="43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Paper DOI: </a:t>
            </a:r>
            <a:r>
              <a:rPr b="0" i="0" lang="en-US" sz="135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10.1145/3629527.3651844</a:t>
            </a:r>
            <a:endParaRPr/>
          </a:p>
        </p:txBody>
      </p:sp>
      <p:sp>
        <p:nvSpPr>
          <p:cNvPr id="252" name="Google Shape;252;p23"/>
          <p:cNvSpPr txBox="1"/>
          <p:nvPr>
            <p:ph idx="12" type="sldNum"/>
          </p:nvPr>
        </p:nvSpPr>
        <p:spPr>
          <a:xfrm>
            <a:off x="9601200" y="6171025"/>
            <a:ext cx="2133600" cy="55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